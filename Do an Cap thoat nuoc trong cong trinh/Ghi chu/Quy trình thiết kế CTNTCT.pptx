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ADD0CE-BABB-48DF-803A-35D3AA438E9C}" v="9" dt="2019-05-31T05:25:18.5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ong Pham" userId="29b9a430b3ddcb50" providerId="LiveId" clId="{CFADD0CE-BABB-48DF-803A-35D3AA438E9C}"/>
    <pc:docChg chg="custSel addSld modSld">
      <pc:chgData name="Duong Pham" userId="29b9a430b3ddcb50" providerId="LiveId" clId="{CFADD0CE-BABB-48DF-803A-35D3AA438E9C}" dt="2019-05-31T05:25:49.252" v="154" actId="1076"/>
      <pc:docMkLst>
        <pc:docMk/>
      </pc:docMkLst>
      <pc:sldChg chg="addSp delSp modSp add">
        <pc:chgData name="Duong Pham" userId="29b9a430b3ddcb50" providerId="LiveId" clId="{CFADD0CE-BABB-48DF-803A-35D3AA438E9C}" dt="2019-05-31T05:25:49.252" v="154" actId="1076"/>
        <pc:sldMkLst>
          <pc:docMk/>
          <pc:sldMk cId="109593840" sldId="256"/>
        </pc:sldMkLst>
        <pc:spChg chg="del">
          <ac:chgData name="Duong Pham" userId="29b9a430b3ddcb50" providerId="LiveId" clId="{CFADD0CE-BABB-48DF-803A-35D3AA438E9C}" dt="2019-05-31T05:23:56.172" v="1" actId="478"/>
          <ac:spMkLst>
            <pc:docMk/>
            <pc:sldMk cId="109593840" sldId="256"/>
            <ac:spMk id="2" creationId="{65501F6C-9283-44D5-BB58-954BE3973FFD}"/>
          </ac:spMkLst>
        </pc:spChg>
        <pc:spChg chg="del">
          <ac:chgData name="Duong Pham" userId="29b9a430b3ddcb50" providerId="LiveId" clId="{CFADD0CE-BABB-48DF-803A-35D3AA438E9C}" dt="2019-05-31T05:23:57.148" v="2" actId="478"/>
          <ac:spMkLst>
            <pc:docMk/>
            <pc:sldMk cId="109593840" sldId="256"/>
            <ac:spMk id="3" creationId="{35BBFA28-E097-441A-98AF-ED3835BC2903}"/>
          </ac:spMkLst>
        </pc:spChg>
        <pc:spChg chg="add del mod">
          <ac:chgData name="Duong Pham" userId="29b9a430b3ddcb50" providerId="LiveId" clId="{CFADD0CE-BABB-48DF-803A-35D3AA438E9C}" dt="2019-05-31T05:24:18.987" v="4" actId="478"/>
          <ac:spMkLst>
            <pc:docMk/>
            <pc:sldMk cId="109593840" sldId="256"/>
            <ac:spMk id="4" creationId="{CA0C99FA-E627-42D3-80B5-7E202D338F0D}"/>
          </ac:spMkLst>
        </pc:spChg>
        <pc:spChg chg="add mod">
          <ac:chgData name="Duong Pham" userId="29b9a430b3ddcb50" providerId="LiveId" clId="{CFADD0CE-BABB-48DF-803A-35D3AA438E9C}" dt="2019-05-31T05:25:49.252" v="154" actId="1076"/>
          <ac:spMkLst>
            <pc:docMk/>
            <pc:sldMk cId="109593840" sldId="256"/>
            <ac:spMk id="5" creationId="{473D9DA0-C7E3-494D-8BF4-F5BBFCE0732F}"/>
          </ac:spMkLst>
        </pc:spChg>
        <pc:spChg chg="add mod">
          <ac:chgData name="Duong Pham" userId="29b9a430b3ddcb50" providerId="LiveId" clId="{CFADD0CE-BABB-48DF-803A-35D3AA438E9C}" dt="2019-05-31T05:25:49.252" v="154" actId="1076"/>
          <ac:spMkLst>
            <pc:docMk/>
            <pc:sldMk cId="109593840" sldId="256"/>
            <ac:spMk id="6" creationId="{64A8FAD5-2E87-44A9-8D7E-D51EFC2FF26F}"/>
          </ac:spMkLst>
        </pc:spChg>
        <pc:spChg chg="add mod">
          <ac:chgData name="Duong Pham" userId="29b9a430b3ddcb50" providerId="LiveId" clId="{CFADD0CE-BABB-48DF-803A-35D3AA438E9C}" dt="2019-05-31T05:25:49.252" v="154" actId="1076"/>
          <ac:spMkLst>
            <pc:docMk/>
            <pc:sldMk cId="109593840" sldId="256"/>
            <ac:spMk id="7" creationId="{D3204B80-E4DF-4E68-AA40-ABFED692AB41}"/>
          </ac:spMkLst>
        </pc:spChg>
        <pc:spChg chg="add mod">
          <ac:chgData name="Duong Pham" userId="29b9a430b3ddcb50" providerId="LiveId" clId="{CFADD0CE-BABB-48DF-803A-35D3AA438E9C}" dt="2019-05-31T05:25:49.252" v="154" actId="1076"/>
          <ac:spMkLst>
            <pc:docMk/>
            <pc:sldMk cId="109593840" sldId="256"/>
            <ac:spMk id="8" creationId="{C1326161-EDC9-4232-8850-23C4E70FF1E5}"/>
          </ac:spMkLst>
        </pc:spChg>
        <pc:cxnChg chg="add mod">
          <ac:chgData name="Duong Pham" userId="29b9a430b3ddcb50" providerId="LiveId" clId="{CFADD0CE-BABB-48DF-803A-35D3AA438E9C}" dt="2019-05-31T05:25:49.252" v="154" actId="1076"/>
          <ac:cxnSpMkLst>
            <pc:docMk/>
            <pc:sldMk cId="109593840" sldId="256"/>
            <ac:cxnSpMk id="10" creationId="{B4C17247-9764-475F-8FF2-D0CA36D8ABBD}"/>
          </ac:cxnSpMkLst>
        </pc:cxnChg>
        <pc:cxnChg chg="add mod">
          <ac:chgData name="Duong Pham" userId="29b9a430b3ddcb50" providerId="LiveId" clId="{CFADD0CE-BABB-48DF-803A-35D3AA438E9C}" dt="2019-05-31T05:25:49.252" v="154" actId="1076"/>
          <ac:cxnSpMkLst>
            <pc:docMk/>
            <pc:sldMk cId="109593840" sldId="256"/>
            <ac:cxnSpMk id="12" creationId="{41409270-63BE-4209-8B06-9159D1214859}"/>
          </ac:cxnSpMkLst>
        </pc:cxnChg>
        <pc:cxnChg chg="add mod">
          <ac:chgData name="Duong Pham" userId="29b9a430b3ddcb50" providerId="LiveId" clId="{CFADD0CE-BABB-48DF-803A-35D3AA438E9C}" dt="2019-05-31T05:25:49.252" v="154" actId="1076"/>
          <ac:cxnSpMkLst>
            <pc:docMk/>
            <pc:sldMk cId="109593840" sldId="256"/>
            <ac:cxnSpMk id="14" creationId="{FE25A143-09BB-4F49-B24A-78296CD22B97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80A73-3F51-4187-BB29-23C138CB4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2ABF6A-FAD5-4B3F-893A-EB4F1257A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6B9A2-5A24-45E1-9017-46A3B6111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3D4E-B515-47B6-ADEC-A1BD1A3D3652}" type="datetimeFigureOut">
              <a:rPr lang="en-US" smtClean="0"/>
              <a:t>5/31/2019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B8305-F1C5-4D05-B914-BC323CA22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8CFA7-A0DA-40F7-B94E-F657549C1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5B85-9400-4135-AEC4-5DF922EC9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121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04A4B-5720-4B8F-8180-C6FD0D190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F6BE1-F8DD-4369-B612-D06A06B74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B3A90-ADB7-4582-ACE8-A6781B253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3D4E-B515-47B6-ADEC-A1BD1A3D3652}" type="datetimeFigureOut">
              <a:rPr lang="en-US" smtClean="0"/>
              <a:t>5/31/2019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ABD51-C286-412E-A7B8-6B5F26BA2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0806D-1519-4FF8-A85F-24006D429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5B85-9400-4135-AEC4-5DF922EC9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395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6DB3D-562D-4D38-9A57-569577F6F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05FF1A-0D49-459A-9764-2A7BC9AE9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3A1A4-D216-42AC-998B-1C0B61D84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3D4E-B515-47B6-ADEC-A1BD1A3D3652}" type="datetimeFigureOut">
              <a:rPr lang="en-US" smtClean="0"/>
              <a:t>5/31/2019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1DB67-9DC4-469A-9B2E-A4C2E1714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7989E-B87E-40BC-BB50-409F05F51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5B85-9400-4135-AEC4-5DF922EC9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932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50B54-A51D-4AC6-B172-0A7956CAA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AA0FD-9D89-45F7-91DA-594926B3E7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8792E-FDBE-4CCB-B701-FC66AA7BB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86F714-86CD-4A0C-908E-90912070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3D4E-B515-47B6-ADEC-A1BD1A3D3652}" type="datetimeFigureOut">
              <a:rPr lang="en-US" smtClean="0"/>
              <a:t>5/31/2019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600707-8D17-4220-B342-BED093E45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283DE9-E2EA-492A-B3C5-12D7ECF86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5B85-9400-4135-AEC4-5DF922EC9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98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4B00C-3769-4073-948B-0EDD1C324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ED624-1A05-4433-A840-B722F7F0B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277B2C-9C83-4540-A8CA-6DEE1005D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3CA0E-28AC-44E5-BED8-0C4A938B5B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47ACF9-4660-45B4-9952-76100C69B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7E6811-D431-4BA9-8659-FAF674883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3D4E-B515-47B6-ADEC-A1BD1A3D3652}" type="datetimeFigureOut">
              <a:rPr lang="en-US" smtClean="0"/>
              <a:t>5/31/2019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A3A653-69A2-4BE9-8BE5-BA47FB15B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957312-096B-4AB3-AFF4-C349C043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5B85-9400-4135-AEC4-5DF922EC9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571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95C0D-AF42-4919-A3AB-CD8DD2EFA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52A52F-F3E7-4956-ABBF-514695B9C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3D4E-B515-47B6-ADEC-A1BD1A3D3652}" type="datetimeFigureOut">
              <a:rPr lang="en-US" smtClean="0"/>
              <a:t>5/31/2019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E8FBC7-A7C9-4308-8DAB-C51ADA9D4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2B4A04-16B5-4ED2-B7D5-CFD8E1FC4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5B85-9400-4135-AEC4-5DF922EC9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189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93FABD-3601-4FDE-B9C2-2D9A6BB9C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3D4E-B515-47B6-ADEC-A1BD1A3D3652}" type="datetimeFigureOut">
              <a:rPr lang="en-US" smtClean="0"/>
              <a:t>5/31/2019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92FAEF-A636-4C35-B1D2-96C67AFF4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4BFAC-63CC-4C14-B325-67BE90D10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5B85-9400-4135-AEC4-5DF922EC9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840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C1487-F549-4DC6-A91C-83FC5A94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6C2CA-1125-4A2A-AFC2-7C43E553E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2D49E-5343-4C9F-A3B2-E8AD03962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C3B0F2-C80F-4264-B9E5-F767AC6D2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3D4E-B515-47B6-ADEC-A1BD1A3D3652}" type="datetimeFigureOut">
              <a:rPr lang="en-US" smtClean="0"/>
              <a:t>5/31/2019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E3219E-ADED-450D-A372-1B8EE408F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19775C-A52E-4F28-9AA8-EFA116C25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5B85-9400-4135-AEC4-5DF922EC9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327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4D4A5-4894-4A8B-8248-19DAE4FD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382623-FD5F-4D5F-B55E-34192A5AD4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423002-8DB4-480D-ADB3-9E46B7A5D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8F6F4-4F77-4571-871B-092E8B65C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3D4E-B515-47B6-ADEC-A1BD1A3D3652}" type="datetimeFigureOut">
              <a:rPr lang="en-US" smtClean="0"/>
              <a:t>5/31/2019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C9898-B29A-4143-A4ED-702564CF1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968C52-B5D5-4ED8-B80A-3FB394961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5B85-9400-4135-AEC4-5DF922EC9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948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184EE-D5CF-4F8A-8038-41713EFB7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951BE7-52BD-4DD5-A068-9780F1E4E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559E6-AF41-4644-9BC4-FFF0290F9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3D4E-B515-47B6-ADEC-A1BD1A3D3652}" type="datetimeFigureOut">
              <a:rPr lang="en-US" smtClean="0"/>
              <a:t>5/31/2019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004AF-CEA0-4F73-9A81-FA05A0939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31EB0-D932-45D9-B2FA-4B3627FD3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5B85-9400-4135-AEC4-5DF922EC9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610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A20F3B-17CA-43E8-9F3D-3749A04C37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6BAA6A-8197-469A-B08B-179B12A6E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13CA8-19FD-476F-B98E-F2B179CFF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3D4E-B515-47B6-ADEC-A1BD1A3D3652}" type="datetimeFigureOut">
              <a:rPr lang="en-US" smtClean="0"/>
              <a:t>5/31/2019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BAF36-36C7-47CC-B0FD-368D2A395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6A9DC-D4D6-41BD-9281-4513B4895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5B85-9400-4135-AEC4-5DF922EC9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376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8E86F9-1401-4B3C-A171-B2A20DD51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62C5E-4D26-4102-A8A0-81A58A241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C4284-6D47-4AE3-A1DD-56693B28BA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A3D4E-B515-47B6-ADEC-A1BD1A3D3652}" type="datetimeFigureOut">
              <a:rPr lang="en-US" smtClean="0"/>
              <a:t>5/31/2019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C5700-9D7A-4614-BD1A-A285A31CE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3D3B6-5AA8-4BB7-9551-5E3E02F8AA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B5B85-9400-4135-AEC4-5DF922EC9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58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73D9DA0-C7E3-494D-8BF4-F5BBFCE0732F}"/>
              </a:ext>
            </a:extLst>
          </p:cNvPr>
          <p:cNvSpPr/>
          <p:nvPr/>
        </p:nvSpPr>
        <p:spPr>
          <a:xfrm>
            <a:off x="4932218" y="1233055"/>
            <a:ext cx="2327563" cy="706581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Tính kích th</a:t>
            </a:r>
            <a:r>
              <a:rPr lang="vi-VN">
                <a:latin typeface="Cambria" panose="02040503050406030204" pitchFamily="18" charset="0"/>
                <a:ea typeface="Cambria" panose="02040503050406030204" pitchFamily="18" charset="0"/>
              </a:rPr>
              <a:t>ư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ớc bể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4A8FAD5-2E87-44A9-8D7E-D51EFC2FF26F}"/>
              </a:ext>
            </a:extLst>
          </p:cNvPr>
          <p:cNvSpPr/>
          <p:nvPr/>
        </p:nvSpPr>
        <p:spPr>
          <a:xfrm>
            <a:off x="4932218" y="2244436"/>
            <a:ext cx="2327563" cy="706581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Vẽ mạng l</a:t>
            </a:r>
            <a:r>
              <a:rPr lang="vi-VN">
                <a:latin typeface="Cambria" panose="02040503050406030204" pitchFamily="18" charset="0"/>
                <a:ea typeface="Cambria" panose="02040503050406030204" pitchFamily="18" charset="0"/>
              </a:rPr>
              <a:t>ư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ới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3204B80-E4DF-4E68-AA40-ABFED692AB41}"/>
              </a:ext>
            </a:extLst>
          </p:cNvPr>
          <p:cNvSpPr/>
          <p:nvPr/>
        </p:nvSpPr>
        <p:spPr>
          <a:xfrm>
            <a:off x="4932218" y="3241962"/>
            <a:ext cx="2327563" cy="706581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Tính l</a:t>
            </a:r>
            <a:r>
              <a:rPr lang="vi-VN">
                <a:latin typeface="Cambria" panose="02040503050406030204" pitchFamily="18" charset="0"/>
                <a:ea typeface="Cambria" panose="02040503050406030204" pitchFamily="18" charset="0"/>
              </a:rPr>
              <a:t>ư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u l</a:t>
            </a:r>
            <a:r>
              <a:rPr lang="vi-VN">
                <a:latin typeface="Cambria" panose="02040503050406030204" pitchFamily="18" charset="0"/>
                <a:ea typeface="Cambria" panose="02040503050406030204" pitchFamily="18" charset="0"/>
              </a:rPr>
              <a:t>ư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ợng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1326161-EDC9-4232-8850-23C4E70FF1E5}"/>
              </a:ext>
            </a:extLst>
          </p:cNvPr>
          <p:cNvSpPr/>
          <p:nvPr/>
        </p:nvSpPr>
        <p:spPr>
          <a:xfrm>
            <a:off x="4932217" y="4239488"/>
            <a:ext cx="2327563" cy="706581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Tính thuỷ lực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4C17247-9764-475F-8FF2-D0CA36D8ABBD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6096000" y="1939636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1409270-63BE-4209-8B06-9159D1214859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6096000" y="2951017"/>
            <a:ext cx="0" cy="290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E25A143-09BB-4F49-B24A-78296CD22B97}"/>
              </a:ext>
            </a:extLst>
          </p:cNvPr>
          <p:cNvCxnSpPr>
            <a:stCxn id="7" idx="2"/>
            <a:endCxn id="8" idx="0"/>
          </p:cNvCxnSpPr>
          <p:nvPr/>
        </p:nvCxnSpPr>
        <p:spPr>
          <a:xfrm flipH="1">
            <a:off x="6095999" y="3948543"/>
            <a:ext cx="1" cy="290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593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21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Duong Pham</dc:creator>
  <cp:lastModifiedBy>Duong Pham</cp:lastModifiedBy>
  <cp:revision>1</cp:revision>
  <dcterms:created xsi:type="dcterms:W3CDTF">2019-05-31T05:17:18Z</dcterms:created>
  <dcterms:modified xsi:type="dcterms:W3CDTF">2019-05-31T05:25:52Z</dcterms:modified>
</cp:coreProperties>
</file>